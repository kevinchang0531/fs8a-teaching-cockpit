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64224"/>
            <a:ext cx="9144000" cy="109728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097280"/>
            <a:ext cx="54864" cy="54864"/>
          </a:xfrm>
          <a:prstGeom prst="ellipse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飛行軟體簡介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 Introduction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286000" y="3657600"/>
            <a:ext cx="4572000" cy="2743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福衛八號 FS8A  ·  Flight Software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何謂飛行軟體？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005840"/>
            <a:ext cx="2560320" cy="4114800"/>
          </a:xfrm>
          <a:prstGeom prst="rect">
            <a:avLst/>
          </a:prstGeom>
          <a:solidFill>
            <a:srgbClr val="254525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0350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衛星大腦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5303520" cy="114300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0332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衛星神經中樞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13716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飛行軟體在衛星電腦中運行，是衛星的神經中樞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303520" cy="114300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59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大腦角色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飛行軟體扮演衛星大腦，統籌協調所有功能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5303520" cy="114300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685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全系統控制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熱控、電力、姿態、通訊等所有次系統均由 FSW 管理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飛行軟體架構 (CSCI)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MicroSat FSW CSCI  (FS8-0800-P-0000)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MicroSat FSW CSCI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92024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CSC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192024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HW_IF CSC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192024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CSC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192024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AOCS CSC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468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192024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CSC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265176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CSC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246120"/>
            <a:ext cx="265176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CSC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246120"/>
            <a:ext cx="2651760" cy="118872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337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CSC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886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FS8-0807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三層軟體架構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8412480" cy="132588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011680" cy="132588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1430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衛星系統管理 / 次系統控制與監控 / 執行任務操作指令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32588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2011680" cy="132588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6060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提供高階應用軟體執行所需之服務程式（TC/TM/監控/時間）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1325880"/>
          </a:xfrm>
          <a:prstGeom prst="rect">
            <a:avLst/>
          </a:prstGeom>
          <a:solidFill>
            <a:srgbClr val="1C3A1C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31920"/>
            <a:ext cx="2011680" cy="13258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4617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Layer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40690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提供與軟硬體架構相關之低階服務功能（RTOS / HW_IF）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06240" y="2377440"/>
            <a:ext cx="731520" cy="9144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840480"/>
            <a:ext cx="731520" cy="9144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指令與遙測 (TC / TM)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457200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 Telecommand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地面上傳至衛星的操作指令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274320" cy="27432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38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Command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274320" cy="27432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15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Tag Command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520440"/>
            <a:ext cx="274320" cy="27432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93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MPQ Command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297680"/>
            <a:ext cx="274320" cy="27432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702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Command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023360" cy="457200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 Telemetry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衛星狀態下傳至地面的資料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965960"/>
            <a:ext cx="274320" cy="27432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938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Telemetry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743200"/>
            <a:ext cx="274320" cy="27432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715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Telemetry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520440"/>
            <a:ext cx="274320" cy="27432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493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 Telemetry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監控服務 &amp; 時間管理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920240"/>
          </a:xfrm>
          <a:prstGeom prst="rect">
            <a:avLst/>
          </a:prstGeom>
          <a:solidFill>
            <a:srgbClr val="1C3A1C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Service  —  FDIR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防止局部錯誤擴散，保護衛星整體健康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219456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失效偵測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66160" y="1783080"/>
            <a:ext cx="219456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失效隔離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Isolation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19456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失效回復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260604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 —  時間管理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基準時間：1980/1/6 00:00:00  (GPS Time)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  On-Board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內部時間格式｜Week Number + Week Second + Subsecond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  External 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572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外部時間格式｜Year / Days / Hour / Minute / Second / Subsecond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即時作業系統 (RTOS)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840480" cy="77724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840480" cy="77724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作業系統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840480" cy="77724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34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即時多工 (Real-Time Multi-tasking)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4206240" cy="274320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228600" cy="22860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35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提供中斷服務 (ISR)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228600" cy="22860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創建並管理 Task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228600" cy="22860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41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協調 Task 執行順序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228600" cy="228600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44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 Data Pool 共享記憶體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173736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執行週期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Cyclic Tasks  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n+1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VHF序列：SEQ → SCIO → DHS → TC → TM → MPQ → SYS → AO/PF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程式碼修補 (Code Patch)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衛星發射後若需修改程式碼，可透過 Code Patch 將新映像檔上傳覆寫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3291840" cy="685800"/>
          </a:xfrm>
          <a:prstGeom prst="rect">
            <a:avLst/>
          </a:prstGeom>
          <a:solidFill>
            <a:srgbClr val="254525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417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Loader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1305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3291840" cy="68580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2860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9992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3154680"/>
            <a:ext cx="3291840" cy="68580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154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 Runtime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(SRAM)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38679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4023360"/>
            <a:ext cx="3291840" cy="68580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0233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FSW Buffer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4736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0" y="4892040"/>
            <a:ext cx="3291840" cy="685800"/>
          </a:xfrm>
          <a:prstGeom prst="rect">
            <a:avLst/>
          </a:prstGeom>
          <a:solidFill>
            <a:srgbClr val="254525"/>
          </a:solidFill>
          <a:ln w="19050">
            <a:solidFill>
              <a:srgbClr val="98FB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4892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FSW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(上傳覆寫)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417320"/>
            <a:ext cx="2286000" cy="4572000"/>
          </a:xfrm>
          <a:prstGeom prst="rect">
            <a:avLst/>
          </a:prstGeom>
          <a:solidFill>
            <a:srgbClr val="1C3A1C"/>
          </a:solidFill>
          <a:ln w="19050">
            <a:solidFill>
              <a:srgbClr val="3A6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508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1920240"/>
            <a:ext cx="2148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在軌修正軟體錯誤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新增功能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更新演算法參數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無需重新發射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應用軟體管理模組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141732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AOCS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姿態軌道控制 / 感測器致動器管理 / FDIR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41732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電力控制模式 / 電池充電控制 / FDIR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1417320"/>
          </a:xfrm>
          <a:prstGeom prst="rect">
            <a:avLst/>
          </a:prstGeom>
          <a:solidFill>
            <a:srgbClr val="1C3A1C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溫控器加熱器管理 / 溫度讀值處理 / FDIR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4114800" cy="1417320"/>
          </a:xfrm>
          <a:prstGeom prst="rect">
            <a:avLst/>
          </a:prstGeom>
          <a:solidFill>
            <a:srgbClr val="1C3A1C"/>
          </a:solidFill>
          <a:ln w="19050">
            <a:solidFill>
              <a:srgbClr val="98FB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Mgmt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酬載控制模式 / 構型管理 / FDIR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1143000"/>
          </a:xfrm>
          <a:prstGeom prst="rect">
            <a:avLst/>
          </a:prstGeom>
          <a:solidFill>
            <a:srgbClr val="1C3A1C"/>
          </a:solidFill>
          <a:ln w="19050">
            <a:solidFill>
              <a:srgbClr val="C8C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Mgmt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系統模式管理 / 指令介面 / 整體 FDIR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37376"/>
            <a:ext cx="9144000" cy="36576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系統操作模式 (System Mode)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2011680"/>
          </a:xfrm>
          <a:prstGeom prst="rect">
            <a:avLst/>
          </a:prstGeom>
          <a:solidFill>
            <a:srgbClr val="1C3A1C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地面測試專屬模式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測試人員手動開啟各功能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2011680"/>
          </a:xfrm>
          <a:prstGeom prst="rect">
            <a:avLst/>
          </a:prstGeom>
          <a:solidFill>
            <a:srgbClr val="1C3A1C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SYS_SAFE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002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衛星生存飛行模式（預設）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自動開啟 TT&amp;C 通聯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114800" cy="2011680"/>
          </a:xfrm>
          <a:prstGeom prst="rect">
            <a:avLst/>
          </a:prstGeom>
          <a:solidFill>
            <a:srgbClr val="1C3A1C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SYS_NORMAL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任務酬載操作飛行模式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AOCS 進入 NM 模式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4114800" cy="2011680"/>
          </a:xfrm>
          <a:prstGeom prst="rect">
            <a:avLst/>
          </a:prstGeom>
          <a:solidFill>
            <a:srgbClr val="1C3A1C"/>
          </a:solidFill>
          <a:ln w="19050">
            <a:solidFill>
              <a:srgbClr val="98FB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337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SYS_OCM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8862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軌道控制模式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推進器點火操作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5486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 →  GROUND / SAFE  →  NORMAL  →  OCM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2026-05-17T22:23:58Z</dcterms:created>
  <dcterms:modified xsi:type="dcterms:W3CDTF">2026-05-17T22:23:58Z</dcterms:modified>
</cp:coreProperties>
</file>