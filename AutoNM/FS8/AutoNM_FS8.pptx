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2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FSW AutoNM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&amp; Deploy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飛行軟體自動正常模式與展開程序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337560"/>
            <a:ext cx="548640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1480" y="352044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5204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35204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35204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系工組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課程大綱 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AutoNM 前置設定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Pre-selection · DEF_AUTO_NM · SW TC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61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532120" y="11887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工作流程狀態機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· 條件確認 · 逾時保護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023360" cy="54864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072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設備啟動程序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004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GYRO · STR · IAE · Navigation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97480"/>
            <a:ext cx="402336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072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532120" y="28346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太陽能板展開程序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2004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/ DDE · Step 0-7 · 雙備援序列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 AutoNM 概念與前置設定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23444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234440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789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Auto NM？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353312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衛星入軌後，飛行軟體自動從 ASH 模式過渡到 Normal Mode，無需地面站逐步手動控制。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64008" cy="123444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4048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DEF_AUTO_NM Pre-selection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679192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系統旗標，決定是否啟用自動 NM 過渡。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條件滿足即自動觸發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需手動發送 SW TC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69080" cy="2560320"/>
          </a:xfrm>
          <a:prstGeom prst="rect">
            <a:avLst/>
          </a:prstGeom>
          <a:solidFill>
            <a:srgbClr val="1E3A1E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啟用條件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ASH mode 下執行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需發送 SW TC 指令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DEF_AUTO_NM 旗標 = TRUE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IAE + NAV 設備正常運作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ASH 進入 SLO 穩定狀態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 SW TC 操作指令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828800" y="1005840"/>
            <a:ext cx="5486400" cy="868680"/>
          </a:xfrm>
          <a:prstGeom prst="rect">
            <a:avLst/>
          </a:prstGeom>
          <a:solidFill>
            <a:srgbClr val="1A321A"/>
          </a:solidFill>
          <a:ln w="25400">
            <a:solidFill>
              <a:srgbClr val="F5E6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CSYSENAUTONM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執行環境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591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Mode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2359152"/>
            <a:ext cx="1682496" cy="256032"/>
          </a:xfrm>
          <a:prstGeom prst="roundRect">
            <a:avLst>
              <a:gd name="adj" fmla="val 17857"/>
            </a:avLst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3591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254525"/>
          </a:solidFill>
          <a:ln w="19050">
            <a:solidFill>
              <a:srgbClr val="98FB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Pre-selection = 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DEF_AUTO_NM 已設定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條件滿足後系統自動觸發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AutoNM 過渡程序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023360" cy="169164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Pre-selection = 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2186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需地面站手動發送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CSYSENAUTONM 指令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才能啟動 NM 過渡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 AutoNM 工作流程狀態機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920240" cy="868680"/>
          </a:xfrm>
          <a:prstGeom prst="rect">
            <a:avLst/>
          </a:prstGeom>
          <a:solidFill>
            <a:srgbClr val="254525"/>
          </a:solidFill>
          <a:ln w="254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NM_TRANS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OFF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1051560"/>
            <a:ext cx="1920240" cy="868680"/>
          </a:xfrm>
          <a:prstGeom prst="rect">
            <a:avLst/>
          </a:prstGeom>
          <a:solidFill>
            <a:srgbClr val="254525"/>
          </a:solidFill>
          <a:ln w="25400">
            <a:solidFill>
              <a:srgbClr val="F5E6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51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NM_TRANS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STARTED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051560"/>
            <a:ext cx="1920240" cy="868680"/>
          </a:xfrm>
          <a:prstGeom prst="rect">
            <a:avLst/>
          </a:prstGeom>
          <a:solidFill>
            <a:srgbClr val="254525"/>
          </a:solidFill>
          <a:ln w="25400">
            <a:solidFill>
              <a:srgbClr val="98FB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051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NM_TRANS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148590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343400" y="1485900"/>
            <a:ext cx="685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423160" y="2834640"/>
            <a:ext cx="1920240" cy="777240"/>
          </a:xfrm>
          <a:prstGeom prst="rect">
            <a:avLst/>
          </a:prstGeom>
          <a:solidFill>
            <a:srgbClr val="4A1A1A"/>
          </a:solidFill>
          <a:ln w="25400">
            <a:solidFill>
              <a:srgbClr val="FF7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834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07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NM_TRANS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707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ABORTED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920240"/>
            <a:ext cx="0" cy="914400"/>
          </a:xfrm>
          <a:prstGeom prst="line">
            <a:avLst/>
          </a:prstGeom>
          <a:noFill/>
          <a:ln w="19050">
            <a:solidFill>
              <a:srgbClr val="FF7070"/>
            </a:solidFill>
            <a:prstDash val="dash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352044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 秒逾時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194560"/>
            <a:ext cx="3749040" cy="1417320"/>
          </a:xfrm>
          <a:prstGeom prst="rect">
            <a:avLst/>
          </a:prstGeom>
          <a:solidFill>
            <a:srgbClr val="1E3A1E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過渡啟動條件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38928" y="2542032"/>
            <a:ext cx="3474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IAE ON &amp; Not-Failed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ON &amp; Not-Failed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in SLO, stabilized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 事件回報 &amp; 逾時保護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1E3A1E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SYS_AUTO_NM_SEQ_START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078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NM_TRANS_STARTED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AutoNM 序列啟動時發送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960120"/>
          </a:xfrm>
          <a:prstGeom prst="rect">
            <a:avLst/>
          </a:prstGeom>
          <a:solidFill>
            <a:srgbClr val="1E3A1E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64008" cy="9601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SYS_AUTO_NM_SEQ_END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176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NM_TRANS_COMPLETED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過渡成功完成時發送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960120"/>
          </a:xfrm>
          <a:prstGeom prst="rect">
            <a:avLst/>
          </a:prstGeom>
          <a:solidFill>
            <a:srgbClr val="1E3A1E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64008" cy="960120"/>
          </a:xfrm>
          <a:prstGeom prst="rect">
            <a:avLst/>
          </a:prstGeom>
          <a:solidFill>
            <a:srgbClr val="FF7070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73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SYS_AUTO_NM_SEQ_ABORTED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NM_TRANS_ABORTED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逾時或條件不滿足時發送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2D2000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25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Timer：6000 秒逾時保護 — 超時後強制進入 NM_TRANS_ABORTED，並重設 auto_nm_transition_status = FALSE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 NM 設備啟動程序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57200" cy="822960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060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GPS_FUNC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全球定位感測器功能啟動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56816"/>
            <a:ext cx="457200" cy="822960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5681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GYRO_FUNC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3225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陀螺儀（LITEF 或 InnaLabs）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07792"/>
            <a:ext cx="457200" cy="82296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07792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2962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STR_FUNC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星際追蹤器功能啟動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58768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58768"/>
            <a:ext cx="457200" cy="82296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5876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導航模組初始化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005840"/>
            <a:ext cx="457200" cy="822960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005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57800" y="1060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IAE (FIAE/CIAE)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716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慣性姿態估算器啟動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956816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956816"/>
            <a:ext cx="457200" cy="822960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95681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57800" y="2011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IAE_MGR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IAE 管理器初始化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907792"/>
            <a:ext cx="4069080" cy="8229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907792"/>
            <a:ext cx="457200" cy="8229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07792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257800" y="2962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NIAE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273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導航 IAE 最終啟動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4663440"/>
            <a:ext cx="4069080" cy="0"/>
          </a:xfrm>
          <a:prstGeom prst="rect">
            <a:avLst/>
          </a:prstGeom>
          <a:noFill/>
          <a:ln w="12700">
            <a:solidFill>
              <a:srgbClr val="2D4A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 展開程序前置條件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98FB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DEF_AUTO_DEPLOY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1115568"/>
            <a:ext cx="1645920" cy="274320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115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自動展開功能旗標必須設定為 TRUE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DEF_SA_DEPLOYED (TMTC-A)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2121408"/>
            <a:ext cx="1645920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FALSE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TMTC-A 側太陽能板初始狀態 = 未展開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DEF_SA_DEPLOYED (TMTC-B)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127248"/>
            <a:ext cx="1645920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FALSE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564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TMTC-B 側太陽能板初始狀態 = 未展開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1A321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69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執行時機：進入 ASH mode 並開啟 ASH control 後，等待 120 秒再執行展開程序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 展開步驟 Step 0–7（NEA / DDE 序列）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69080" cy="777240"/>
          </a:xfrm>
          <a:prstGeom prst="rect">
            <a:avLst/>
          </a:prstGeom>
          <a:solidFill>
            <a:srgbClr val="254525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0607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335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NEA1A_ON  NEA3B_ON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394460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2926080" y="1335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DDEA_FIRE  DDEB_FIRE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777240"/>
          </a:xfrm>
          <a:prstGeom prst="rect">
            <a:avLst/>
          </a:prstGeom>
          <a:solidFill>
            <a:srgbClr val="1E3A1E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0607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335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NEA1A_OFF  NEA3B_OFF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40880" y="1394460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7360920" y="1335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1 sec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4069080" cy="777240"/>
          </a:xfrm>
          <a:prstGeom prst="rect">
            <a:avLst/>
          </a:prstGeom>
          <a:solidFill>
            <a:srgbClr val="254525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" y="2221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NEA2A_ON  NEA4B_ON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06040" y="2281428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2926080" y="22219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DDEA_FIRE  DDEB_FIRE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892808"/>
            <a:ext cx="4069080" cy="777240"/>
          </a:xfrm>
          <a:prstGeom prst="rect">
            <a:avLst/>
          </a:prstGeom>
          <a:solidFill>
            <a:srgbClr val="1E3A1E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221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NEA2A_OFF  NEA4B_OFF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2281428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7360920" y="22219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1 sec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4069080" cy="777240"/>
          </a:xfrm>
          <a:prstGeom prst="rect">
            <a:avLst/>
          </a:prstGeom>
          <a:solidFill>
            <a:srgbClr val="254525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NEA1B_ON  NEA3A_ON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3168396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2926080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DDEA_FIRE  DDEB_FIRE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779776"/>
            <a:ext cx="4069080" cy="777240"/>
          </a:xfrm>
          <a:prstGeom prst="rect">
            <a:avLst/>
          </a:prstGeom>
          <a:solidFill>
            <a:srgbClr val="1E3A1E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NEA1B_OFF  NEA3A_OFF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40880" y="3168396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7360920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1 sec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666744"/>
            <a:ext cx="4069080" cy="777240"/>
          </a:xfrm>
          <a:prstGeom prst="rect">
            <a:avLst/>
          </a:prstGeom>
          <a:solidFill>
            <a:srgbClr val="254525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721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" y="3995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NEA2B_ON  NEA4A_ON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06040" y="4055364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38" name="Text 36"/>
          <p:cNvSpPr/>
          <p:nvPr/>
        </p:nvSpPr>
        <p:spPr>
          <a:xfrm>
            <a:off x="2926080" y="3995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DDEA_FIRE  DDEB_FIRE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666744"/>
            <a:ext cx="4069080" cy="777240"/>
          </a:xfrm>
          <a:prstGeom prst="rect">
            <a:avLst/>
          </a:prstGeom>
          <a:solidFill>
            <a:srgbClr val="1E3A1E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721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28032" y="3995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NEA2B_OFF  NEA4A_OFF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40880" y="4055364"/>
            <a:ext cx="256032" cy="0"/>
          </a:xfrm>
          <a:prstGeom prst="line">
            <a:avLst/>
          </a:prstGeom>
          <a:noFill/>
          <a:ln w="19050">
            <a:solidFill>
              <a:srgbClr val="F5E642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7360920" y="3995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1 sec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3A6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2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總結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AutoNM 實現衛星入軌後全自動 NM 過渡，降低地面操作負擔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585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關鍵流程：Pre-selection → SW TC → 條件確認 → NM_TRANS_COMPLETED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展開程序：8 步驟雙備援 NEA/DDE 序列，間隔 1 秒確保安全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30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驗證指標：NM_TRANS_COMPLETED = TRUE &amp; SA Deployed 狀態確認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FSW AutoNM &amp; Deploy · TASA FS-8 · 系工組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FSW AutoNM &amp; Deploy</dc:title>
  <dc:subject>PptxGenJS Presentation</dc:subject>
  <dc:creator>PptxGenJS</dc:creator>
  <cp:lastModifiedBy>PptxGenJS</cp:lastModifiedBy>
  <cp:revision>1</cp:revision>
  <dcterms:created xsi:type="dcterms:W3CDTF">2026-05-19T22:51:46Z</dcterms:created>
  <dcterms:modified xsi:type="dcterms:W3CDTF">2026-05-19T22:51:46Z</dcterms:modified>
</cp:coreProperties>
</file>