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FS8A 福衛八號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飛行操作訓練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371600" y="2788920"/>
            <a:ext cx="6400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lgDash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計畫管理 及 衛星電機系統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系工組 | 林信嘉　2025/02/07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4160520"/>
            <a:ext cx="1097280" cy="548640"/>
          </a:xfrm>
          <a:prstGeom prst="rect">
            <a:avLst/>
          </a:prstGeom>
          <a:solidFill>
            <a:srgbClr val="3A6A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4315968"/>
            <a:ext cx="1005840" cy="228600"/>
          </a:xfrm>
          <a:prstGeom prst="rect">
            <a:avLst/>
          </a:prstGeom>
          <a:solidFill>
            <a:srgbClr val="3A6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4315968"/>
            <a:ext cx="1005840" cy="228600"/>
          </a:xfrm>
          <a:prstGeom prst="rect">
            <a:avLst/>
          </a:prstGeom>
          <a:solidFill>
            <a:srgbClr val="3A6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749040"/>
            <a:ext cx="0" cy="411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657600"/>
            <a:ext cx="365760" cy="228600"/>
          </a:xfrm>
          <a:prstGeom prst="ellipse">
            <a:avLst/>
          </a:prstGeom>
          <a:solidFill>
            <a:srgbClr val="3A6A3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課程大綱  Course Outline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164592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868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計畫實施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566160" cy="0"/>
          </a:xfrm>
          <a:prstGeom prst="line">
            <a:avLst/>
          </a:prstGeom>
          <a:noFill/>
          <a:ln w="12700">
            <a:solidFill>
              <a:srgbClr val="F5E64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大事紀 · 先導計畫 → 福衛八號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3931920" cy="164592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68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868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系統需求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3566160" cy="0"/>
          </a:xfrm>
          <a:prstGeom prst="line">
            <a:avLst/>
          </a:prstGeom>
          <a:noFill/>
          <a:ln w="12700">
            <a:solidFill>
              <a:srgbClr val="A8D8E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92040" y="16002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軌道 · 解析度 · 質量 · SNR規格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3931920" cy="1645920"/>
          </a:xfrm>
          <a:prstGeom prst="rect">
            <a:avLst/>
          </a:prstGeom>
          <a:solidFill>
            <a:srgbClr val="254525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衛星構型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3566160" cy="0"/>
          </a:xfrm>
          <a:prstGeom prst="line">
            <a:avLst/>
          </a:prstGeom>
          <a:noFill/>
          <a:ln w="12700">
            <a:solidFill>
              <a:srgbClr val="FFB34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02920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Bus系統 · RSI酬載 · 國內自製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3931920" cy="1645920"/>
          </a:xfrm>
          <a:prstGeom prst="rect">
            <a:avLst/>
          </a:prstGeom>
          <a:solidFill>
            <a:srgbClr val="254525"/>
          </a:solidFill>
          <a:ln w="25400">
            <a:solidFill>
              <a:srgbClr val="98FB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衛星電機介面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892040" y="3429000"/>
            <a:ext cx="3566160" cy="0"/>
          </a:xfrm>
          <a:prstGeom prst="line">
            <a:avLst/>
          </a:prstGeom>
          <a:noFill/>
          <a:ln w="12700">
            <a:solidFill>
              <a:srgbClr val="98FB9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892040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電氣架構 · CAN Bus · TT&amp;C · X-band · RCS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計畫大事紀  Project Milestones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931920" cy="196596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Phase 1：先導型衛星任務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106~109年（MDR / SDR / PDR）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65760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250kg 光學遙測衛星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561km SSO 軌道，6顆星座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目標解析度 PAN 0.7m (super-res)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685800"/>
            <a:ext cx="3931920" cy="196596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731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Phase 2：福衛八號計畫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108~117年（先導型高解析度衛星星系）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65760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400kg 光學遙測衛星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8A~8F 星座佈建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1m黑白 / 2m彩色解析度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278892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2549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FS-8A 重要里程碑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913632"/>
            <a:ext cx="219456" cy="219456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112/5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ITR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50592" y="3913632"/>
            <a:ext cx="219456" cy="219456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114/4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53712" y="3913632"/>
            <a:ext cx="219456" cy="219456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114/7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56832" y="3913632"/>
            <a:ext cx="219456" cy="219456"/>
          </a:xfrm>
          <a:prstGeom prst="ellipse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114/10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發射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Falcon-9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衛星系統規格  Satellite System Specifications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任務軌道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859536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858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 km 太陽同步軌道 (SSO)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8778240" cy="402336"/>
          </a:xfrm>
          <a:prstGeom prst="rect">
            <a:avLst/>
          </a:prstGeom>
          <a:solidFill>
            <a:srgbClr val="254525"/>
          </a:solidFill>
          <a:ln w="12700">
            <a:solidFill>
              <a:srgbClr val="2545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任務壽命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289304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155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年（目標 5 年）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545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過赤道時間 (LTDN)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1719072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453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FS-8A：上午 10:00~11:00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" y="1938528"/>
            <a:ext cx="8778240" cy="402336"/>
          </a:xfrm>
          <a:prstGeom prst="rect">
            <a:avLst/>
          </a:prstGeom>
          <a:solidFill>
            <a:srgbClr val="254525"/>
          </a:solidFill>
          <a:ln w="12700">
            <a:solidFill>
              <a:srgbClr val="254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751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衛星再訪週期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2148840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9751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2404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08960" y="2578608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048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(PAN) ／ 2m (MS)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" y="2798064"/>
            <a:ext cx="8778240" cy="402336"/>
          </a:xfrm>
          <a:prstGeom prst="rect">
            <a:avLst/>
          </a:prstGeom>
          <a:solidFill>
            <a:srgbClr val="254525"/>
          </a:solidFill>
          <a:ln w="12700">
            <a:solidFill>
              <a:srgbClr val="2545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08960" y="3008376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834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km　[PAN: 12288 px, MS: 6144 px]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264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3438144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2644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PAN + 6 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" y="3657600"/>
            <a:ext cx="8778240" cy="402336"/>
          </a:xfrm>
          <a:prstGeom prst="rect">
            <a:avLst/>
          </a:prstGeom>
          <a:solidFill>
            <a:srgbClr val="254525"/>
          </a:solidFill>
          <a:ln w="12700">
            <a:solidFill>
              <a:srgbClr val="2545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94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08960" y="3867912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69417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(PAN, TDI 8)　／　≥ 90 (MS, TDI 16)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" y="4123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CTF (PAN)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108960" y="4297680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12394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0.07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2880" y="4517136"/>
            <a:ext cx="8778240" cy="402336"/>
          </a:xfrm>
          <a:prstGeom prst="rect">
            <a:avLst/>
          </a:prstGeom>
          <a:solidFill>
            <a:srgbClr val="254525"/>
          </a:solidFill>
          <a:ln w="12700">
            <a:solidFill>
              <a:srgbClr val="2545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質量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108960" y="4727448"/>
            <a:ext cx="0" cy="45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55371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410 kg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衛星構型  Satellite Configuration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2834640" cy="425196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Bus 衛星匯流排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2651760" cy="0"/>
          </a:xfrm>
          <a:prstGeom prst="line">
            <a:avLst/>
          </a:prstGeom>
          <a:noFill/>
          <a:ln w="12700">
            <a:solidFill>
              <a:srgbClr val="F5E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— 電力系統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（電池、太陽能板、PCU）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92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C&amp;DH — 星上電腦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（OBC、IOC）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TT&amp;C — 通訊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（S-band 收發器 A/B）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644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AOCS — 姿態控制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（Star Tracker、GPSR、陀螺、磁力計、RW）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502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— 推進系統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（H₂O₂推力器 x4）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640080"/>
            <a:ext cx="2834640" cy="425196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685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RSI 遙測酬載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1115568"/>
            <a:ext cx="2651760" cy="0"/>
          </a:xfrm>
          <a:prstGeom prst="line">
            <a:avLst/>
          </a:prstGeom>
          <a:noFill/>
          <a:ln w="12700">
            <a:solidFill>
              <a:srgbClr val="A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207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— 光學鏡組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（望遠鏡、M1/M2）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18928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892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 — 焦面組件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（線列感測器、CMOS）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5786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— 固態記錄器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（SSR-A / SSR-B）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2644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644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電子單元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（EU-A / EU-B）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640080"/>
            <a:ext cx="2834640" cy="4251960"/>
          </a:xfrm>
          <a:prstGeom prst="rect">
            <a:avLst/>
          </a:prstGeom>
          <a:solidFill>
            <a:srgbClr val="254525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685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國內自製元件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1115568"/>
            <a:ext cx="2651760" cy="0"/>
          </a:xfrm>
          <a:prstGeom prst="line">
            <a:avLst/>
          </a:prstGeom>
          <a:noFill/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207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OBC / PCU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18928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892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GPSR-B（衛星導航）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5786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發射器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2644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2644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Helix / Patch 天線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9502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9502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推進模組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4636008"/>
            <a:ext cx="256032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636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光機 (OSA / FPA)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電氣架構  Electrical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2743200" cy="420624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04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電力流程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太陽能板 (Solar Array)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BCR (Battery Charge Reg.)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22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724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電池 (Battery)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35295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PDM (Power Dist. Module)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" y="4334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各分系統供電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658368"/>
            <a:ext cx="5669280" cy="196596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7040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CAN Bus 雙備援架構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115568"/>
            <a:ext cx="54864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Bus-A（主用）/ CAN Bus-B（備援）— 500 Kbps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 PM-A / PM-B 備援；預設 A-side，可指令切換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連接節點：PCU PDM-A/B、PCU BCR-A/B、GPSR-B、MEMS IRU、XTx-B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5669280" cy="2075688"/>
          </a:xfrm>
          <a:prstGeom prst="rect">
            <a:avLst/>
          </a:prstGeom>
          <a:solidFill>
            <a:srgbClr val="254525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FDIR 故障偵測 / 隔離 / 復原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246120"/>
            <a:ext cx="5486400" cy="1554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PM-A 故障 → TMTC-B 通知切換至 PM-B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WDT 觸發 ARO 前須先 disable WDT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PCU PC-A/B 可透過 TMTC 送 PC 指令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Tracker 雙機：Port-0/1 分散至 UART13/14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S-band TT&amp;C 遙控遙測介面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4206240" cy="420624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04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📡 遙控 (TC — Telecommand)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0233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023360" cy="3520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收發器：SRx-A（收發器-A）/ SRx-B（收發器-B）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 TMTC-A / TMTC-B 雙路接收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格式：NRZ-L，RS-422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速率：32 Kbps / 250 Kbps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Lock、TC Valid 狀態回報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658368"/>
            <a:ext cx="4206240" cy="420624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704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📶 遙測 (TM — Telemetry)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40233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00600" y="1234440"/>
            <a:ext cx="4023360" cy="3520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發射器：STx-A / STx-B 雙路輸出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格式：NRZ-L，RS-422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速率：2 Mbps / 250 Kbps / 50 Kbps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Data A/B + TM CLK A/B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PM/FSW 控制 Enable/Disable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690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天線配置：S-band Patch x4（2A/2B/1A/1B）+ Helix x1 (1A)　—　Diplexer A/B + Power Divider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X-band 下傳系統  XDS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023360" cy="96012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58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傳輸速率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600 Mbps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685800"/>
            <a:ext cx="4023360" cy="96012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758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調變方式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8PSK 4D-TCM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4023360" cy="960120"/>
          </a:xfrm>
          <a:prstGeom prst="rect">
            <a:avLst/>
          </a:prstGeom>
          <a:solidFill>
            <a:srgbClr val="254525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頻率範圍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8200 ± 162 MHz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17720" y="1783080"/>
            <a:ext cx="4023360" cy="960120"/>
          </a:xfrm>
          <a:prstGeom prst="rect">
            <a:avLst/>
          </a:prstGeom>
          <a:solidFill>
            <a:srgbClr val="254525"/>
          </a:solidFill>
          <a:ln w="25400">
            <a:solidFill>
              <a:srgbClr val="98FB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發射器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XTx-A (Honeywell) + XTx-B (TASA)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2944368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80944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資料流程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" y="3429000"/>
            <a:ext cx="1005840" cy="868680"/>
          </a:xfrm>
          <a:prstGeom prst="rect">
            <a:avLst/>
          </a:prstGeom>
          <a:solidFill>
            <a:srgbClr val="2545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SSR-A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" y="3447288"/>
            <a:ext cx="100584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47472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SSR-A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429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3429000"/>
            <a:ext cx="1005840" cy="868680"/>
          </a:xfrm>
          <a:prstGeom prst="rect">
            <a:avLst/>
          </a:prstGeom>
          <a:solidFill>
            <a:srgbClr val="2545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XTx-A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(Honeywell)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3447288"/>
            <a:ext cx="100584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47472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XTx-A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(Honeywell)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3429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880360" y="3429000"/>
            <a:ext cx="1005840" cy="868680"/>
          </a:xfrm>
          <a:prstGeom prst="rect">
            <a:avLst/>
          </a:prstGeom>
          <a:solidFill>
            <a:srgbClr val="2545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(帶通濾波)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3447288"/>
            <a:ext cx="100584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47472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(帶通濾波)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86200" y="3429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251960" y="3429000"/>
            <a:ext cx="1005840" cy="868680"/>
          </a:xfrm>
          <a:prstGeom prst="rect">
            <a:avLst/>
          </a:prstGeom>
          <a:solidFill>
            <a:srgbClr val="2545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 A/B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51960" y="3447288"/>
            <a:ext cx="100584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47472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 A/B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429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623560" y="3429000"/>
            <a:ext cx="1005840" cy="868680"/>
          </a:xfrm>
          <a:prstGeom prst="rect">
            <a:avLst/>
          </a:prstGeom>
          <a:solidFill>
            <a:srgbClr val="2545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23560" y="3447288"/>
            <a:ext cx="100584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47472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SSR-B → XTx-B (TASA) 路徑為備援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RCS 推進系統  Reaction Control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2743200" cy="182880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⚗ 推進劑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2560320" cy="0"/>
          </a:xfrm>
          <a:prstGeom prst="line">
            <a:avLst/>
          </a:prstGeom>
          <a:noFill/>
          <a:ln w="12700">
            <a:solidFill>
              <a:srgbClr val="F5E64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H₂O₂（過氧化氫）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壓力槽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（Tank-1 / Tank-2）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658368"/>
            <a:ext cx="2743200" cy="1828800"/>
          </a:xfrm>
          <a:prstGeom prst="rect">
            <a:avLst/>
          </a:prstGeom>
          <a:solidFill>
            <a:srgbClr val="254525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731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🔥 推力器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161288"/>
            <a:ext cx="2560320" cy="0"/>
          </a:xfrm>
          <a:prstGeom prst="line">
            <a:avLst/>
          </a:prstGeom>
          <a:noFill/>
          <a:ln w="12700">
            <a:solidFill>
              <a:srgbClr val="FFB34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46120" y="1234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 x4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/ NY / PX / 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（±X / ±Y 方向）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658368"/>
            <a:ext cx="2743200" cy="1828800"/>
          </a:xfrm>
          <a:prstGeom prst="rect">
            <a:avLst/>
          </a:prstGeom>
          <a:solidFill>
            <a:srgbClr val="254525"/>
          </a:solidFill>
          <a:ln w="25400">
            <a:solidFill>
              <a:srgbClr val="A8D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31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🔧 電磁閥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161288"/>
            <a:ext cx="2560320" cy="0"/>
          </a:xfrm>
          <a:prstGeom prst="line">
            <a:avLst/>
          </a:prstGeom>
          <a:noFill/>
          <a:ln w="12700">
            <a:solidFill>
              <a:srgbClr val="A8D8E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217920" y="1234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Latching Valve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&amp; Drain Valve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&amp; Vent Valve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624328"/>
            <a:ext cx="2743200" cy="1828800"/>
          </a:xfrm>
          <a:prstGeom prst="rect">
            <a:avLst/>
          </a:prstGeom>
          <a:solidFill>
            <a:srgbClr val="254525"/>
          </a:solidFill>
          <a:ln w="25400">
            <a:solidFill>
              <a:srgbClr val="98FB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🌡 加熱器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2560320" cy="0"/>
          </a:xfrm>
          <a:prstGeom prst="line">
            <a:avLst/>
          </a:prstGeom>
          <a:noFill/>
          <a:ln w="12700">
            <a:solidFill>
              <a:srgbClr val="98FB9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7432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Bed Heater x4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（燃燒床預熱）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624328"/>
            <a:ext cx="2743200" cy="1828800"/>
          </a:xfrm>
          <a:prstGeom prst="rect">
            <a:avLst/>
          </a:prstGeom>
          <a:solidFill>
            <a:srgbClr val="254525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📊 壓力監測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3127248"/>
            <a:ext cx="2560320" cy="0"/>
          </a:xfrm>
          <a:prstGeom prst="line">
            <a:avLst/>
          </a:prstGeom>
          <a:noFill/>
          <a:ln w="12700">
            <a:solidFill>
              <a:srgbClr val="FFD70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4612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Transducer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（即時壓力監測）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624328"/>
            <a:ext cx="2743200" cy="1828800"/>
          </a:xfrm>
          <a:prstGeom prst="rect">
            <a:avLst/>
          </a:prstGeom>
          <a:solidFill>
            <a:srgbClr val="254525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⚠ 注意事項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3127248"/>
            <a:ext cx="2560320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21792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NCR-0203：1路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Heater短路燒毀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切斷該路電源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8997696" cy="4992624"/>
          </a:xfrm>
          <a:prstGeom prst="rect">
            <a:avLst/>
          </a:prstGeom>
          <a:ln w="25400">
            <a:solidFill>
              <a:srgbClr val="3A6A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5E2E"/>
          </a:solidFill>
          <a:ln w="12700">
            <a:solidFill>
              <a:srgbClr val="2E5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課程總結  Summary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1371600"/>
          </a:xfrm>
          <a:prstGeom prst="rect">
            <a:avLst/>
          </a:prstGeom>
          <a:solidFill>
            <a:srgbClr val="254525"/>
          </a:solidFill>
          <a:ln w="25400">
            <a:solidFill>
              <a:srgbClr val="98FB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🚀 FS8A 已於 2025年10月 成功以 SpaceX Falcon-9 發射升空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 km 太陽同步軌道正常運行　·　各分系統電機介面健全　·　遙測遙控功能正常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023360" cy="123444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📋 計畫歷程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715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從先導型(250kg)到福衛八號(400kg)，歷時8年完成首發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23360" cy="123444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🛰 系統架構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2715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雙備援(CAN Bus / OBC / TT&amp;C)確保任務可靠性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023360" cy="123444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📡 通訊介面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" y="40873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TT&amp;C + X-band 600Mbps 下傳，全面覆蓋需求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611880"/>
            <a:ext cx="4023360" cy="123444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🔬 自製能量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3168" y="40873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OBC、PCU、GPSR-B、X-band TX 等核心元件國內自製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 → FS-8B　預計 2026年12月發射（Space-X Falcon-9）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FS8A 福衛八號飛行操作訓練</dc:title>
  <dc:subject>PptxGenJS Presentation</dc:subject>
  <dc:creator>PptxGenJS</dc:creator>
  <cp:lastModifiedBy>PptxGenJS</cp:lastModifiedBy>
  <cp:revision>1</cp:revision>
  <dcterms:created xsi:type="dcterms:W3CDTF">2026-05-08T09:43:18Z</dcterms:created>
  <dcterms:modified xsi:type="dcterms:W3CDTF">2026-05-08T09:43:18Z</dcterms:modified>
</cp:coreProperties>
</file>